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287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73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77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50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00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09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9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5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6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0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18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Diagnostic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| MCA 3rd Semester</a:t>
            </a:r>
          </a:p>
          <a:p>
            <a:r>
              <a:t>By: Khwairakpam Rohit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 build a web-based tool that allows users to perform basic network diagnostics like Ping, Traceroute, Speed Test, and System Info.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3</a:t>
            </a:r>
          </a:p>
          <a:p>
            <a:r>
              <a:t>- Flask Framework</a:t>
            </a:r>
          </a:p>
          <a:p>
            <a:r>
              <a:t>- speedtest-cli</a:t>
            </a:r>
          </a:p>
          <a:p>
            <a:r>
              <a:t>- HTML/CSS/JavaScript</a:t>
            </a:r>
          </a:p>
          <a:p>
            <a:r>
              <a:t>- Subprocess, Socket, Platform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Ping a host</a:t>
            </a:r>
          </a:p>
          <a:p>
            <a:r>
              <a:t>- Run Traceroute</a:t>
            </a:r>
          </a:p>
          <a:p>
            <a:r>
              <a:t>- Check Internet Speed</a:t>
            </a:r>
          </a:p>
          <a:p>
            <a:r>
              <a:t>- Display System Info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interacts with frontend → Flask backend → subprocess or library runs diagnostics → results shown in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Enter host or click a test</a:t>
            </a:r>
          </a:p>
          <a:p>
            <a:r>
              <a:t>2. Request sent to Flask server</a:t>
            </a:r>
          </a:p>
          <a:p>
            <a:r>
              <a:t>3. Server runs diagnostic</a:t>
            </a:r>
          </a:p>
          <a:p>
            <a:r>
              <a:t>4. Output sent back to frontend</a:t>
            </a:r>
          </a:p>
          <a:p>
            <a:r>
              <a:t>5. Displayed on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Homepage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Ping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 Test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 routes handle each diagnostic:</a:t>
            </a:r>
          </a:p>
          <a:p>
            <a:r>
              <a:t>- `/ping`, `/traceroute`, `/speedtest`, `/info`</a:t>
            </a:r>
          </a:p>
          <a:p>
            <a:r>
              <a:t>Subprocess/speedtest libraries return results</a:t>
            </a:r>
          </a:p>
          <a:p>
            <a:r>
              <a:t>JavaScript fetch API used for frontend interactions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helps users quickly diagnose network problems using a clean, web-based interface. It demonstrates effective use of Python Flask and system utilities.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3</TotalTime>
  <Words>210</Words>
  <Application>Microsoft Office PowerPoint</Application>
  <PresentationFormat>On-screen Show (4:3)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MS Shell Dlg 2</vt:lpstr>
      <vt:lpstr>Wingdings</vt:lpstr>
      <vt:lpstr>Wingdings 3</vt:lpstr>
      <vt:lpstr>Madison</vt:lpstr>
      <vt:lpstr>Network Diagnostic Web Application</vt:lpstr>
      <vt:lpstr>Objective</vt:lpstr>
      <vt:lpstr>Tools &amp; Technologies Used</vt:lpstr>
      <vt:lpstr>Key Features</vt:lpstr>
      <vt:lpstr>System Architecture</vt:lpstr>
      <vt:lpstr>Workflow</vt:lpstr>
      <vt:lpstr>Homepage UI</vt:lpstr>
      <vt:lpstr>Ping Output</vt:lpstr>
      <vt:lpstr>Speed Test Output</vt:lpstr>
      <vt:lpstr>Code Overview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Khwairakpam Rohit Singh</cp:lastModifiedBy>
  <cp:revision>2</cp:revision>
  <dcterms:created xsi:type="dcterms:W3CDTF">2013-01-27T09:14:16Z</dcterms:created>
  <dcterms:modified xsi:type="dcterms:W3CDTF">2025-08-13T06:06:34Z</dcterms:modified>
  <cp:category/>
</cp:coreProperties>
</file>